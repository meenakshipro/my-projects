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duguluru, Mahendra" userId="1d0cdd20-0634-4cb6-8a63-ebe0ead9171c" providerId="ADAL" clId="{679CA2BA-F3AE-48E6-81C3-5AA201539333}"/>
    <pc:docChg chg="custSel modSld">
      <pc:chgData name="Goduguluru, Mahendra" userId="1d0cdd20-0634-4cb6-8a63-ebe0ead9171c" providerId="ADAL" clId="{679CA2BA-F3AE-48E6-81C3-5AA201539333}" dt="2026-09-21T17:38:00.617" v="11" actId="20577"/>
      <pc:docMkLst>
        <pc:docMk/>
      </pc:docMkLst>
      <pc:sldChg chg="delSp modSp mod">
        <pc:chgData name="Goduguluru, Mahendra" userId="1d0cdd20-0634-4cb6-8a63-ebe0ead9171c" providerId="ADAL" clId="{679CA2BA-F3AE-48E6-81C3-5AA201539333}" dt="2026-09-21T17:35:29.758" v="1" actId="478"/>
        <pc:sldMkLst>
          <pc:docMk/>
          <pc:sldMk cId="0" sldId="256"/>
        </pc:sldMkLst>
        <pc:spChg chg="del mod">
          <ac:chgData name="Goduguluru, Mahendra" userId="1d0cdd20-0634-4cb6-8a63-ebe0ead9171c" providerId="ADAL" clId="{679CA2BA-F3AE-48E6-81C3-5AA201539333}" dt="2026-09-21T17:35:29.758" v="1" actId="478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Goduguluru, Mahendra" userId="1d0cdd20-0634-4cb6-8a63-ebe0ead9171c" providerId="ADAL" clId="{679CA2BA-F3AE-48E6-81C3-5AA201539333}" dt="2026-09-21T17:36:04.270" v="6" actId="20577"/>
        <pc:sldMkLst>
          <pc:docMk/>
          <pc:sldMk cId="0" sldId="257"/>
        </pc:sldMkLst>
        <pc:spChg chg="mod">
          <ac:chgData name="Goduguluru, Mahendra" userId="1d0cdd20-0634-4cb6-8a63-ebe0ead9171c" providerId="ADAL" clId="{679CA2BA-F3AE-48E6-81C3-5AA201539333}" dt="2026-09-21T17:36:04.270" v="6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Goduguluru, Mahendra" userId="1d0cdd20-0634-4cb6-8a63-ebe0ead9171c" providerId="ADAL" clId="{679CA2BA-F3AE-48E6-81C3-5AA201539333}" dt="2026-09-21T17:38:00.617" v="11" actId="20577"/>
        <pc:sldMkLst>
          <pc:docMk/>
          <pc:sldMk cId="0" sldId="258"/>
        </pc:sldMkLst>
        <pc:spChg chg="mod">
          <ac:chgData name="Goduguluru, Mahendra" userId="1d0cdd20-0634-4cb6-8a63-ebe0ead9171c" providerId="ADAL" clId="{679CA2BA-F3AE-48E6-81C3-5AA201539333}" dt="2026-09-21T17:38:00.617" v="11" actId="20577"/>
          <ac:spMkLst>
            <pc:docMk/>
            <pc:sldMk cId="0" sldId="258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1031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Traffic Violations Insight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 Real-Life Example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2734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rPr dirty="0"/>
              <a:t>●  Imagine a police department gives you 20 lakh (2 million)</a:t>
            </a:r>
            <a:r>
              <a:rPr lang="en-US" dirty="0"/>
              <a:t> </a:t>
            </a:r>
            <a:r>
              <a:rPr dirty="0"/>
              <a:t>traffic ticket records collected over many years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rPr dirty="0"/>
              <a:t>●  Same car brand is written differently every time: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rPr dirty="0"/>
              <a:t>-  "</a:t>
            </a:r>
            <a:r>
              <a:rPr dirty="0" err="1"/>
              <a:t>toyota</a:t>
            </a:r>
            <a:r>
              <a:rPr dirty="0"/>
              <a:t>", "TOYOTA", "</a:t>
            </a:r>
            <a:r>
              <a:rPr dirty="0" err="1"/>
              <a:t>Toyata</a:t>
            </a:r>
            <a:r>
              <a:rPr dirty="0"/>
              <a:t>", "TOYOVAL2011"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rPr dirty="0"/>
              <a:t>●  Some tickets have no location, or a location in a different state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rPr dirty="0"/>
              <a:t>●  Some dates are typed wrong (year 9999, or a coordinate of 0,0)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rPr dirty="0"/>
              <a:t>●  This is exactly the kind of data we were given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Problem Are We Solving?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2641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rPr dirty="0"/>
              <a:t>●  Raw data, as collected, is messy and cannot be trusted directly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rPr dirty="0"/>
              <a:t>●  Nobody can answer simple questions from it yet, like: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rPr dirty="0"/>
              <a:t>-  "Which road has the most accidents?"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rPr dirty="0"/>
              <a:t>-  "What time of day do most violations happen?"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rPr dirty="0"/>
              <a:t>-  "Which vehicle brand gets caught the most?"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rPr dirty="0"/>
              <a:t>●  Our problem: clean this mess, then make it </a:t>
            </a:r>
            <a:r>
              <a:t>easy for</a:t>
            </a:r>
            <a:r>
              <a:rPr lang="en-US"/>
              <a:t> </a:t>
            </a:r>
            <a:r>
              <a:t>anyone </a:t>
            </a:r>
            <a:r>
              <a:rPr dirty="0"/>
              <a:t>to explore the answers - without writing any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Our Approach - In 3 Simple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Step 1: Clean the data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Fix spelling mistakes, remove impossible values, fill gaps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Step 2: Organize the data neatly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Like arranging a messy cupboard into labeled folders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Step 3: Build a simple screen (dashboard) to explore it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Point, click, and see charts and answers instantly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1: Cleaning the Data (with examples)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Fixing spelling mistakes automatically: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"TOYOVAL2011" is recognized and corrected to "TOYOTA"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Removing impossible values: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A location coordinate showing "in the middle of Iowa"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for a Maryland traffic stop is clearly wrong - removed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A car's "Year" listed as 9999 is obviously a typing error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Filling in blanks sensibly instead of guessing randomly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1: Cleaning the Data (new information created)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We also created new, useful information from existing data: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From the date/time of the stop, we figured out: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the Day of the Week, the Month, and Morning/Afternoon/Night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Example: a stop on "14-Feb-2023, 11:45 PM" becomes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Day = Tuesday, Time of Day = Night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This makes questions like "do more violations happen at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night?" easy to answer later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2: Organizing the Data (like a library)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Think of a library: instead of one giant pile of books,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books are organized on labeled shelves - Fiction, Science, History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We did the same with our data - split one giant file into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5 neat, linked tables: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Agencies, Vehicles, Demographics, Search Details, Violations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This removes repeated information and makes searching fast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2: A Concrete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Before: the same police agency name was repeated in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almost 2 million rows, over and over again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After: the agency is stored once in its own small table,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and every violation just "points to" it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Real-life comparison: instead of writing your full address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on every single letter in a stack, you just write a house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number that points to one address book entry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Step 3: Exploring the Data (the Dashboard)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We built a simple, visual screen anyone can use - no coding needed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It works like filtering products while shopping online: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Choose a date range, a location, a vehicle type, and more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The screen instantly updates to show only matching results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This is the same idea as filtering shoes by size and color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on a shopping website - just applied to traffic tickets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You See on the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Filters on the side: date range, location, vehicle type,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gender, race, violation type and category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Quick summary boxes at the top: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Total violations, how many involved accidents,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the most common location, car brand, and model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Easy-to-read charts: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Most common violations, trend over time, busiest hours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A map showing exactly where violations happened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a Map and Charts Instead of Just Numbers?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A table of 2 million rows means nothing to the human eye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A chart or a map tells the same story in 2 seconds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Example: a bar chart instantly shows "Speeding" is the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most common violation, without reading a single number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Example: a map instantly shows which roads are hotspots,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the same way a weather map shows rain areas at a glance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 Challenge We Faced (Real Example)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One filter - "Location" - had over 2.6 lakh different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addresses (almost every stop happened somewhere unique)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Trying to show all of them at once crashed the screen,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the same way a dropdown with a million items would freeze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your phone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Fix: only show the 300 most common locations by default -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covers almost every real search anyone would actually 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We Achieved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Took a messy, error-filled, 2-million-row file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Cleaned it, organized it neatly, and made it trustworthy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Built a simple dashboard so anyone - not just data experts -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can explore traffic violation patterns in seconds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Answered real questions: busiest locations, common violation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types, peak times, and vehicle patterns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 &amp;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This project shows how raw, messy real-world data can be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turned into something genuinely useful for everyone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Every cleaning decision was checked against the real data,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not just assumed to be correct</a:t>
            </a:r>
          </a:p>
          <a:p>
            <a:pPr>
              <a:spcAft>
                <a:spcPts val="1000"/>
              </a:spcAft>
              <a:defRPr sz="1900" b="1">
                <a:solidFill>
                  <a:srgbClr val="2E86C1"/>
                </a:solidFill>
              </a:defRPr>
            </a:pPr>
            <a:r>
              <a:t>●  Future scope: predicting risky locations in advance,</a:t>
            </a:r>
          </a:p>
          <a:p>
            <a:pPr lvl="1">
              <a:spcAft>
                <a:spcPts val="1000"/>
              </a:spcAft>
              <a:defRPr sz="1600" b="0">
                <a:solidFill>
                  <a:srgbClr val="222222"/>
                </a:solidFill>
              </a:defRPr>
            </a:pPr>
            <a:r>
              <a:t>-  making this dashboard available to the public online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1035</Words>
  <Application>Microsoft Office PowerPoint</Application>
  <PresentationFormat>Custom</PresentationFormat>
  <Paragraphs>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Goduguluru, Mahendra</cp:lastModifiedBy>
  <cp:revision>1</cp:revision>
  <dcterms:created xsi:type="dcterms:W3CDTF">2013-01-27T09:14:16Z</dcterms:created>
  <dcterms:modified xsi:type="dcterms:W3CDTF">2026-09-21T17:38:03Z</dcterms:modified>
  <cp:category/>
</cp:coreProperties>
</file>